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f20b4d32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f20b4d32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f20b4d32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f20b4d32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f20b4d3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9f20b4d3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f01b51c6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9f01b51c6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f01b51c6e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9f01b51c6e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Mini-Project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Mid-sem -01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300" y="344575"/>
            <a:ext cx="8184376" cy="355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ctrTitle"/>
          </p:nvPr>
        </p:nvSpPr>
        <p:spPr>
          <a:xfrm>
            <a:off x="339075" y="736381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Mini-Projet</a:t>
            </a:r>
            <a:endParaRPr/>
          </a:p>
        </p:txBody>
      </p:sp>
      <p:sp>
        <p:nvSpPr>
          <p:cNvPr id="70" name="Google Shape;70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Mid-sem -02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Selection of Parameters</a:t>
            </a:r>
            <a:endParaRPr b="1"/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94025" y="1231800"/>
            <a:ext cx="6746400" cy="36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Left Plot — </a:t>
            </a:r>
            <a:r>
              <a:rPr b="1" i="1" lang="en" sz="1300">
                <a:solidFill>
                  <a:schemeClr val="dk1"/>
                </a:solidFill>
              </a:rPr>
              <a:t>All Features (Before Selection)</a:t>
            </a:r>
            <a:endParaRPr b="1" i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left correlation matrix includes </a:t>
            </a:r>
            <a:r>
              <a:rPr i="1" lang="en" sz="1100">
                <a:solidFill>
                  <a:schemeClr val="dk1"/>
                </a:solidFill>
              </a:rPr>
              <a:t>all</a:t>
            </a:r>
            <a:r>
              <a:rPr lang="en" sz="1100">
                <a:solidFill>
                  <a:schemeClr val="dk1"/>
                </a:solidFill>
              </a:rPr>
              <a:t> the initial material descriptors or thermodynamic parameters considered in the dataset — parameters like μ,D.G.,W,η,VEC,ΔHmix​,ΔSmix​ etc.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Here, many circles are </a:t>
            </a:r>
            <a:r>
              <a:rPr b="1" lang="en" sz="1100">
                <a:solidFill>
                  <a:schemeClr val="dk1"/>
                </a:solidFill>
              </a:rPr>
              <a:t>deep purple or green</a:t>
            </a:r>
            <a:r>
              <a:rPr lang="en" sz="1100">
                <a:solidFill>
                  <a:schemeClr val="dk1"/>
                </a:solidFill>
              </a:rPr>
              <a:t>, and many cells show </a:t>
            </a:r>
            <a:r>
              <a:rPr b="1" lang="en" sz="1100">
                <a:solidFill>
                  <a:schemeClr val="dk1"/>
                </a:solidFill>
              </a:rPr>
              <a:t>correlation values close to ±1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→ This means </a:t>
            </a:r>
            <a:r>
              <a:rPr b="1" lang="en" sz="1100">
                <a:solidFill>
                  <a:schemeClr val="dk1"/>
                </a:solidFill>
              </a:rPr>
              <a:t>many of these features are strongly correlated</a:t>
            </a:r>
            <a:r>
              <a:rPr lang="en" sz="1100">
                <a:solidFill>
                  <a:schemeClr val="dk1"/>
                </a:solidFill>
              </a:rPr>
              <a:t> with each other.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Right Plot — </a:t>
            </a:r>
            <a:r>
              <a:rPr b="1" i="1" lang="en" sz="1300">
                <a:solidFill>
                  <a:schemeClr val="dk1"/>
                </a:solidFill>
              </a:rPr>
              <a:t>Reduced Feature Set (After Selection)</a:t>
            </a:r>
            <a:endParaRPr b="1" i="1" sz="13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chemeClr val="dk1"/>
                </a:solidFill>
              </a:rPr>
              <a:t>right correlation matrix</a:t>
            </a:r>
            <a:r>
              <a:rPr lang="en" sz="1100">
                <a:solidFill>
                  <a:schemeClr val="dk1"/>
                </a:solidFill>
              </a:rPr>
              <a:t> shows only the </a:t>
            </a:r>
            <a:r>
              <a:rPr b="1" lang="en" sz="1100">
                <a:solidFill>
                  <a:schemeClr val="dk1"/>
                </a:solidFill>
              </a:rPr>
              <a:t>10 selected features</a:t>
            </a:r>
            <a:r>
              <a:rPr lang="en" sz="1100">
                <a:solidFill>
                  <a:schemeClr val="dk1"/>
                </a:solidFill>
              </a:rPr>
              <a:t> that were chosen for ML modeling.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Notice that the pie charts here are mostly: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Smaller fills</a:t>
            </a:r>
            <a:r>
              <a:rPr lang="en" sz="1100">
                <a:solidFill>
                  <a:schemeClr val="dk1"/>
                </a:solidFill>
              </a:rPr>
              <a:t> (weak correlations),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en" sz="1100">
                <a:solidFill>
                  <a:schemeClr val="dk1"/>
                </a:solidFill>
              </a:rPr>
              <a:t>Colors near white or light shades</a:t>
            </a:r>
            <a:r>
              <a:rPr lang="en" sz="1100">
                <a:solidFill>
                  <a:schemeClr val="dk1"/>
                </a:solidFill>
              </a:rPr>
              <a:t> (values closer to 0).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  <p:pic>
        <p:nvPicPr>
          <p:cNvPr id="77" name="Google Shape;7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2825" y="1170125"/>
            <a:ext cx="1698775" cy="16172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7552" y="2829901"/>
            <a:ext cx="1537423" cy="16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